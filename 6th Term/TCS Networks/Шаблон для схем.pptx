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2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EF4343-1BFB-4EF9-8629-92B4CF3FBD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E553A1B-F65F-4D37-9FEE-A92395D80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629437-1A5E-4BBF-8483-030239E57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5525C-36E8-4941-9F8C-0A262F1C4994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8323074-8584-476F-B3FC-9A1B1A09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08B2A9-42BF-4C44-9455-91E53137B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C036-8826-4FAA-AA37-5529F8AF40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584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E5530-082F-40CA-9DE6-4180EEEF6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1E8C1D-54F5-4A67-8C61-3B5D07055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669611-8C00-43D8-8EFF-57708C66D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5525C-36E8-4941-9F8C-0A262F1C4994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CBF9094-FD9A-45F5-8F71-4FF5FFE08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B0B21B-A19F-4071-A72C-B2FF7299D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C036-8826-4FAA-AA37-5529F8AF40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342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F5E332-7846-4A02-8E46-6001EEB7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06C5CB-374A-4591-A7D0-15F1DFE23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B5B04A-4E7E-43B9-BD3A-0CE41CD04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5525C-36E8-4941-9F8C-0A262F1C4994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8E0026-6EB6-48C5-9004-3F026C788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96D982-5C08-4BCF-A572-9358620B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C036-8826-4FAA-AA37-5529F8AF40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263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C5E214-BF1E-4495-BDF7-7D0A02B4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9FF1C7B-C9FB-4345-ABCB-AF987050E7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6CA2E74-B62F-46F7-A2B5-F154F9F5DC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8D03732-3BDE-44BC-B393-B811D9125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5525C-36E8-4941-9F8C-0A262F1C4994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3A2605-6961-4AC9-8938-6B7D109B2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921E09-7D06-4D00-9596-ACAD2FD5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C036-8826-4FAA-AA37-5529F8AF40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AE9E4E-D02D-410C-9086-1CC27617B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8759B4B-1F39-4B3C-B006-F1A652854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9058BFE-5601-4A13-86F0-4AFEA4D6E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3E65FDB-842F-451C-A7E3-6A9ECB9BF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980A0F9-D782-4C06-96EB-7C1E08213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D6CA8EB-7B8D-4347-B9BA-C1F006E80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5525C-36E8-4941-9F8C-0A262F1C4994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F707AF5-52F7-4D7E-ABA5-5BA7175D8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2645499-38DE-4DF1-8CAF-6EEBD7712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C036-8826-4FAA-AA37-5529F8AF40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532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CF9371-55D4-426F-AEBF-0E7D3AF98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D940F95-F31D-4B78-B613-E90EC2E11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5525C-36E8-4941-9F8C-0A262F1C4994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F5D89D3-43A8-4BB5-8CD0-EDABD2B8B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1199888-D3A9-47C9-A1FC-94F7A26EA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C036-8826-4FAA-AA37-5529F8AF40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9966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02D579F-0FFC-48BB-A753-329555FCC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5525C-36E8-4941-9F8C-0A262F1C4994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2B4CCDA-3CF5-442F-B88E-BAFBE2461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207F5E2-69B5-4A36-9E74-C411AB1EF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C036-8826-4FAA-AA37-5529F8AF40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1689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BEB307-338A-4745-8C90-3BDB9F35A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236754-8807-48B4-9EB4-9A71CA1DC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86634A-271C-4B9B-8D54-D5ECFA596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DAF5F5E-1271-444F-BD24-13D385B3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5525C-36E8-4941-9F8C-0A262F1C4994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E774B1-982A-45DB-BBCD-DE93A563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4AE5DAC-B39E-46FC-9DFD-FAFADF5ED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C036-8826-4FAA-AA37-5529F8AF40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202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DAAD67-37B7-4AD7-9277-D3343852B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2A048C6-1519-4543-9B0E-A05CB87BF3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218328-CF8B-48BF-839C-E4758B6BD2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7ACD3A-C9E8-4D7E-8600-B1C8DC9E7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5525C-36E8-4941-9F8C-0A262F1C4994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DAF0B0-E21F-426A-8DBA-E85DCCCA2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3FA30E-85AF-49AD-B9CE-935FDACD4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C036-8826-4FAA-AA37-5529F8AF40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1099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4CEA10-2131-4A45-97B9-AD950F6A0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DB9AE8F-48C5-4341-BDEB-3C6A91FF3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2FEAD0-933A-4C99-B530-1B5802847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5525C-36E8-4941-9F8C-0A262F1C4994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B1FA0B-41EE-4176-BE18-9C50B800D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A1AEA3-A512-42E6-A2F4-40E7D5741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C036-8826-4FAA-AA37-5529F8AF40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947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27C7768-296B-4A4E-925C-614826F51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47342B1-E589-44BA-AE60-3AF505B6F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0A1465-705B-4D88-956A-0C51B47E8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5525C-36E8-4941-9F8C-0A262F1C4994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43E002-81A2-4504-B749-1DBD6D38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DAF8DA8-E75A-433E-8856-1B157AAA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E2C036-8826-4FAA-AA37-5529F8AF40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34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CC9830-8EF9-4406-A3B3-943229D23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E46C6B4-3938-464C-BDA5-C09B7D7125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D07F20-F1C6-496B-801E-A4BDC5884A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5525C-36E8-4941-9F8C-0A262F1C4994}" type="datetimeFigureOut">
              <a:rPr lang="ru-RU" smtClean="0"/>
              <a:t>10.05.2026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FF6A2A2-AA10-4FBA-BDD9-6B75A57F0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E0E054-D7A0-4406-B29B-585AF9E0A2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E2C036-8826-4FAA-AA37-5529F8AF40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6937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1DAE9C-8519-4CD6-9722-2FC319F21A0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5625" y="733538"/>
            <a:ext cx="6120765" cy="1414780"/>
          </a:xfrm>
          <a:prstGeom prst="rect">
            <a:avLst/>
          </a:prstGeom>
        </p:spPr>
      </p:pic>
      <p:sp>
        <p:nvSpPr>
          <p:cNvPr id="5" name="Овал 4">
            <a:extLst>
              <a:ext uri="{FF2B5EF4-FFF2-40B4-BE49-F238E27FC236}">
                <a16:creationId xmlns:a16="http://schemas.microsoft.com/office/drawing/2014/main" id="{0D610BCD-BDF0-4FDD-A1E6-F965BE093700}"/>
              </a:ext>
            </a:extLst>
          </p:cNvPr>
          <p:cNvSpPr/>
          <p:nvPr/>
        </p:nvSpPr>
        <p:spPr>
          <a:xfrm>
            <a:off x="3597402" y="3687491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B37ADEAC-3213-49AF-8414-215CF8607152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163062" y="3867491"/>
            <a:ext cx="4343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4E8FD1-2D96-4934-AF75-E7E5F6A5F834}"/>
              </a:ext>
            </a:extLst>
          </p:cNvPr>
          <p:cNvSpPr/>
          <p:nvPr/>
        </p:nvSpPr>
        <p:spPr>
          <a:xfrm>
            <a:off x="4282440" y="4160520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R1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4E3254C-FCA0-4894-ADB1-1D5298F171CB}"/>
              </a:ext>
            </a:extLst>
          </p:cNvPr>
          <p:cNvSpPr/>
          <p:nvPr/>
        </p:nvSpPr>
        <p:spPr>
          <a:xfrm>
            <a:off x="4857750" y="4161156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R2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5C04B32-C26F-44AB-B3F4-C4ED85FFA0BF}"/>
              </a:ext>
            </a:extLst>
          </p:cNvPr>
          <p:cNvSpPr/>
          <p:nvPr/>
        </p:nvSpPr>
        <p:spPr>
          <a:xfrm>
            <a:off x="5433060" y="4160520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R3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B5E4195-4BD5-456E-890A-9B80C9860DD4}"/>
              </a:ext>
            </a:extLst>
          </p:cNvPr>
          <p:cNvSpPr/>
          <p:nvPr/>
        </p:nvSpPr>
        <p:spPr>
          <a:xfrm>
            <a:off x="6008370" y="4160520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R4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93A3169-4ADC-487B-9BB0-31EDDCDBA9F0}"/>
              </a:ext>
            </a:extLst>
          </p:cNvPr>
          <p:cNvSpPr/>
          <p:nvPr/>
        </p:nvSpPr>
        <p:spPr>
          <a:xfrm>
            <a:off x="6583680" y="4161156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R5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79B6E12-860F-4260-938F-5B3B586206DD}"/>
              </a:ext>
            </a:extLst>
          </p:cNvPr>
          <p:cNvSpPr/>
          <p:nvPr/>
        </p:nvSpPr>
        <p:spPr>
          <a:xfrm>
            <a:off x="7158990" y="4160520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R6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3CF7E40-6F7C-44BD-8C41-7214A4598437}"/>
              </a:ext>
            </a:extLst>
          </p:cNvPr>
          <p:cNvSpPr/>
          <p:nvPr/>
        </p:nvSpPr>
        <p:spPr>
          <a:xfrm>
            <a:off x="7734300" y="4160520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R7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362B34C-C460-4D9F-8191-B8ECE13D82C2}"/>
              </a:ext>
            </a:extLst>
          </p:cNvPr>
          <p:cNvSpPr/>
          <p:nvPr/>
        </p:nvSpPr>
        <p:spPr>
          <a:xfrm>
            <a:off x="8309610" y="4161156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R8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D9E6FDB-0912-47B2-9B49-C4ADAA9552F8}"/>
              </a:ext>
            </a:extLst>
          </p:cNvPr>
          <p:cNvSpPr/>
          <p:nvPr/>
        </p:nvSpPr>
        <p:spPr>
          <a:xfrm>
            <a:off x="8884920" y="4160520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R9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48C3521-B3C9-4F42-960F-3D32A34416AE}"/>
              </a:ext>
            </a:extLst>
          </p:cNvPr>
          <p:cNvSpPr/>
          <p:nvPr/>
        </p:nvSpPr>
        <p:spPr>
          <a:xfrm>
            <a:off x="9460230" y="4160520"/>
            <a:ext cx="39243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R10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3CAB5F1-33CD-4311-B3EF-1BEDC6813889}"/>
              </a:ext>
            </a:extLst>
          </p:cNvPr>
          <p:cNvSpPr/>
          <p:nvPr/>
        </p:nvSpPr>
        <p:spPr>
          <a:xfrm>
            <a:off x="10096500" y="4160520"/>
            <a:ext cx="39243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R11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9FEFA9D-0247-4291-9C1A-A8D1A24E16AA}"/>
              </a:ext>
            </a:extLst>
          </p:cNvPr>
          <p:cNvSpPr/>
          <p:nvPr/>
        </p:nvSpPr>
        <p:spPr>
          <a:xfrm>
            <a:off x="10732770" y="4160520"/>
            <a:ext cx="39243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R12</a:t>
            </a:r>
            <a:endParaRPr lang="ru-RU" sz="1000" dirty="0">
              <a:solidFill>
                <a:schemeClr val="tx1"/>
              </a:solidFill>
            </a:endParaRPr>
          </a:p>
        </p:txBody>
      </p: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05FFC465-54D0-424B-A089-F836A39CDD81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3957402" y="3867491"/>
            <a:ext cx="745431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5B7E713A-9DA1-4591-98E6-7934C56F9A98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777402" y="4328795"/>
            <a:ext cx="5050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DE52B62A-2FCE-42E9-BB2B-8B7E2BEF9B57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4613910" y="4328796"/>
            <a:ext cx="243840" cy="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0CA90989-2A8C-4EA0-991C-EAEF7308544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5189220" y="4328796"/>
            <a:ext cx="243840" cy="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520AB482-7028-42F9-984D-C89119DD276C}"/>
              </a:ext>
            </a:extLst>
          </p:cNvPr>
          <p:cNvCxnSpPr>
            <a:cxnSpLocks/>
            <a:stCxn id="11" idx="3"/>
            <a:endCxn id="21" idx="1"/>
          </p:cNvCxnSpPr>
          <p:nvPr/>
        </p:nvCxnSpPr>
        <p:spPr>
          <a:xfrm>
            <a:off x="5764530" y="4328796"/>
            <a:ext cx="243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2732116A-820B-466B-A29C-5BAF3DB76709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6339840" y="4328796"/>
            <a:ext cx="243840" cy="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6A85A2B4-42B1-4AE8-A7BC-B83D1A36C4E6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6915150" y="4328796"/>
            <a:ext cx="243840" cy="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6BEF155F-BC4C-4257-AD2C-6CB86FFF101E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7490460" y="4328796"/>
            <a:ext cx="243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C77CEEF8-C2D5-48AA-8EC8-6778EDA4EB64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8065770" y="4328796"/>
            <a:ext cx="243840" cy="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B5F10CB9-9E32-48EC-9BFE-2DAA3333792C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 flipV="1">
            <a:off x="8641080" y="4328796"/>
            <a:ext cx="243840" cy="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E93D702B-EADF-4676-8C96-6A9A73EF8556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9216390" y="4328796"/>
            <a:ext cx="243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 стрелкой 63">
            <a:extLst>
              <a:ext uri="{FF2B5EF4-FFF2-40B4-BE49-F238E27FC236}">
                <a16:creationId xmlns:a16="http://schemas.microsoft.com/office/drawing/2014/main" id="{126FEC9C-6588-4F44-8694-E9A86D65864F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9852660" y="4328796"/>
            <a:ext cx="243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>
            <a:extLst>
              <a:ext uri="{FF2B5EF4-FFF2-40B4-BE49-F238E27FC236}">
                <a16:creationId xmlns:a16="http://schemas.microsoft.com/office/drawing/2014/main" id="{8ED0E63E-53C1-414A-86F8-A41C92F3B7D9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10488930" y="4328796"/>
            <a:ext cx="243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Овал 70">
            <a:extLst>
              <a:ext uri="{FF2B5EF4-FFF2-40B4-BE49-F238E27FC236}">
                <a16:creationId xmlns:a16="http://schemas.microsoft.com/office/drawing/2014/main" id="{5EA3F49C-DE47-428B-9D6B-DB625AEA416C}"/>
              </a:ext>
            </a:extLst>
          </p:cNvPr>
          <p:cNvSpPr/>
          <p:nvPr/>
        </p:nvSpPr>
        <p:spPr>
          <a:xfrm>
            <a:off x="7324557" y="5282270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AC9B6789-A067-47C3-9623-82DFE6BBF84E}"/>
              </a:ext>
            </a:extLst>
          </p:cNvPr>
          <p:cNvCxnSpPr>
            <a:cxnSpLocks/>
            <a:stCxn id="29" idx="3"/>
            <a:endCxn id="71" idx="6"/>
          </p:cNvCxnSpPr>
          <p:nvPr/>
        </p:nvCxnSpPr>
        <p:spPr>
          <a:xfrm flipH="1">
            <a:off x="7684557" y="4328796"/>
            <a:ext cx="3440643" cy="1133474"/>
          </a:xfrm>
          <a:prstGeom prst="bentConnector3">
            <a:avLst>
              <a:gd name="adj1" fmla="val -664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Соединитель: уступ 75">
            <a:extLst>
              <a:ext uri="{FF2B5EF4-FFF2-40B4-BE49-F238E27FC236}">
                <a16:creationId xmlns:a16="http://schemas.microsoft.com/office/drawing/2014/main" id="{AA49BA8C-F172-4F13-9458-37839FC72535}"/>
              </a:ext>
            </a:extLst>
          </p:cNvPr>
          <p:cNvCxnSpPr>
            <a:cxnSpLocks/>
            <a:stCxn id="24" idx="3"/>
            <a:endCxn id="71" idx="7"/>
          </p:cNvCxnSpPr>
          <p:nvPr/>
        </p:nvCxnSpPr>
        <p:spPr>
          <a:xfrm flipH="1">
            <a:off x="7631836" y="4328796"/>
            <a:ext cx="433934" cy="1006195"/>
          </a:xfrm>
          <a:prstGeom prst="bentConnector4">
            <a:avLst>
              <a:gd name="adj1" fmla="val -19902"/>
              <a:gd name="adj2" fmla="val 9360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 стрелкой 99">
            <a:extLst>
              <a:ext uri="{FF2B5EF4-FFF2-40B4-BE49-F238E27FC236}">
                <a16:creationId xmlns:a16="http://schemas.microsoft.com/office/drawing/2014/main" id="{9820A961-EE30-474B-BC7B-68AA421EAE86}"/>
              </a:ext>
            </a:extLst>
          </p:cNvPr>
          <p:cNvCxnSpPr>
            <a:cxnSpLocks/>
            <a:stCxn id="22" idx="3"/>
            <a:endCxn id="71" idx="1"/>
          </p:cNvCxnSpPr>
          <p:nvPr/>
        </p:nvCxnSpPr>
        <p:spPr>
          <a:xfrm>
            <a:off x="6915150" y="4329432"/>
            <a:ext cx="462128" cy="1005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Соединитель: уступ 101">
            <a:extLst>
              <a:ext uri="{FF2B5EF4-FFF2-40B4-BE49-F238E27FC236}">
                <a16:creationId xmlns:a16="http://schemas.microsoft.com/office/drawing/2014/main" id="{6F52D0AF-3B8D-488E-ACF9-955A23597EA5}"/>
              </a:ext>
            </a:extLst>
          </p:cNvPr>
          <p:cNvCxnSpPr>
            <a:cxnSpLocks/>
            <a:stCxn id="11" idx="3"/>
            <a:endCxn id="71" idx="2"/>
          </p:cNvCxnSpPr>
          <p:nvPr/>
        </p:nvCxnSpPr>
        <p:spPr>
          <a:xfrm>
            <a:off x="5764530" y="4328796"/>
            <a:ext cx="1560027" cy="1133474"/>
          </a:xfrm>
          <a:prstGeom prst="bentConnector3">
            <a:avLst>
              <a:gd name="adj1" fmla="val 603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Соединитель: уступ 114">
            <a:extLst>
              <a:ext uri="{FF2B5EF4-FFF2-40B4-BE49-F238E27FC236}">
                <a16:creationId xmlns:a16="http://schemas.microsoft.com/office/drawing/2014/main" id="{927527E2-5DA9-45ED-B436-BDE2F4251B5F}"/>
              </a:ext>
            </a:extLst>
          </p:cNvPr>
          <p:cNvCxnSpPr>
            <a:cxnSpLocks/>
            <a:stCxn id="71" idx="4"/>
            <a:endCxn id="5" idx="4"/>
          </p:cNvCxnSpPr>
          <p:nvPr/>
        </p:nvCxnSpPr>
        <p:spPr>
          <a:xfrm rot="5400000" flipH="1">
            <a:off x="4843590" y="2981304"/>
            <a:ext cx="1594779" cy="3727155"/>
          </a:xfrm>
          <a:prstGeom prst="bentConnector3">
            <a:avLst>
              <a:gd name="adj1" fmla="val -1433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7BEBC0A7-376B-4844-8D66-022DA4A9478D}"/>
              </a:ext>
            </a:extLst>
          </p:cNvPr>
          <p:cNvSpPr txBox="1"/>
          <p:nvPr/>
        </p:nvSpPr>
        <p:spPr>
          <a:xfrm>
            <a:off x="3127437" y="3898910"/>
            <a:ext cx="600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Вход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8F0F394-93A2-4167-8A00-A7595247D49F}"/>
              </a:ext>
            </a:extLst>
          </p:cNvPr>
          <p:cNvSpPr txBox="1"/>
          <p:nvPr/>
        </p:nvSpPr>
        <p:spPr>
          <a:xfrm>
            <a:off x="3130120" y="3586187"/>
            <a:ext cx="600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I1</a:t>
            </a:r>
            <a:endParaRPr lang="ru-RU" sz="105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B4ACB0-654D-403B-A6BD-ACFB12146812}"/>
              </a:ext>
            </a:extLst>
          </p:cNvPr>
          <p:cNvSpPr txBox="1"/>
          <p:nvPr/>
        </p:nvSpPr>
        <p:spPr>
          <a:xfrm>
            <a:off x="3279370" y="3293518"/>
            <a:ext cx="10030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50" dirty="0"/>
              <a:t>Сумматор (</a:t>
            </a:r>
            <a:r>
              <a:rPr lang="en-US" sz="1050" dirty="0"/>
              <a:t>mod 2)</a:t>
            </a:r>
            <a:endParaRPr lang="ru-RU" sz="105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2535BCD-3431-4003-9FC6-B2AF90C679BE}"/>
              </a:ext>
            </a:extLst>
          </p:cNvPr>
          <p:cNvSpPr txBox="1"/>
          <p:nvPr/>
        </p:nvSpPr>
        <p:spPr>
          <a:xfrm>
            <a:off x="3982318" y="3586187"/>
            <a:ext cx="600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Z1</a:t>
            </a:r>
            <a:endParaRPr lang="ru-RU" sz="105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CBB5A0B-0B23-4488-AAD2-9808CABC6CE7}"/>
              </a:ext>
            </a:extLst>
          </p:cNvPr>
          <p:cNvSpPr txBox="1"/>
          <p:nvPr/>
        </p:nvSpPr>
        <p:spPr>
          <a:xfrm>
            <a:off x="7528394" y="5549038"/>
            <a:ext cx="10030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50" dirty="0"/>
              <a:t>Сумматор (</a:t>
            </a:r>
            <a:r>
              <a:rPr lang="en-US" sz="1050" dirty="0"/>
              <a:t>mod 2)</a:t>
            </a:r>
            <a:endParaRPr lang="ru-RU" sz="105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837AFCC-6952-4B57-8AFF-CC704DDF2CCE}"/>
              </a:ext>
            </a:extLst>
          </p:cNvPr>
          <p:cNvSpPr txBox="1"/>
          <p:nvPr/>
        </p:nvSpPr>
        <p:spPr>
          <a:xfrm>
            <a:off x="6915150" y="5598485"/>
            <a:ext cx="600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Y1</a:t>
            </a:r>
            <a:endParaRPr lang="ru-RU" sz="1050" dirty="0"/>
          </a:p>
        </p:txBody>
      </p:sp>
    </p:spTree>
    <p:extLst>
      <p:ext uri="{BB962C8B-B14F-4D97-AF65-F5344CB8AC3E}">
        <p14:creationId xmlns:p14="http://schemas.microsoft.com/office/powerpoint/2010/main" val="40057036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F1C79A0-FF00-4F66-BBE9-19C42FD9104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0571" y="1509487"/>
            <a:ext cx="7808686" cy="361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172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вал 4">
            <a:extLst>
              <a:ext uri="{FF2B5EF4-FFF2-40B4-BE49-F238E27FC236}">
                <a16:creationId xmlns:a16="http://schemas.microsoft.com/office/drawing/2014/main" id="{0D610BCD-BDF0-4FDD-A1E6-F965BE093700}"/>
              </a:ext>
            </a:extLst>
          </p:cNvPr>
          <p:cNvSpPr/>
          <p:nvPr/>
        </p:nvSpPr>
        <p:spPr>
          <a:xfrm>
            <a:off x="3619173" y="603205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B37ADEAC-3213-49AF-8414-215CF8607152}"/>
              </a:ext>
            </a:extLst>
          </p:cNvPr>
          <p:cNvCxnSpPr>
            <a:cxnSpLocks/>
            <a:endCxn id="5" idx="2"/>
          </p:cNvCxnSpPr>
          <p:nvPr/>
        </p:nvCxnSpPr>
        <p:spPr>
          <a:xfrm>
            <a:off x="3184833" y="783205"/>
            <a:ext cx="4343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4E8FD1-2D96-4934-AF75-E7E5F6A5F834}"/>
              </a:ext>
            </a:extLst>
          </p:cNvPr>
          <p:cNvSpPr/>
          <p:nvPr/>
        </p:nvSpPr>
        <p:spPr>
          <a:xfrm>
            <a:off x="4304211" y="1076234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R1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4E3254C-FCA0-4894-ADB1-1D5298F171CB}"/>
              </a:ext>
            </a:extLst>
          </p:cNvPr>
          <p:cNvSpPr/>
          <p:nvPr/>
        </p:nvSpPr>
        <p:spPr>
          <a:xfrm>
            <a:off x="4879521" y="1076870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R2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5C04B32-C26F-44AB-B3F4-C4ED85FFA0BF}"/>
              </a:ext>
            </a:extLst>
          </p:cNvPr>
          <p:cNvSpPr/>
          <p:nvPr/>
        </p:nvSpPr>
        <p:spPr>
          <a:xfrm>
            <a:off x="5454831" y="1076234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R3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B5E4195-4BD5-456E-890A-9B80C9860DD4}"/>
              </a:ext>
            </a:extLst>
          </p:cNvPr>
          <p:cNvSpPr/>
          <p:nvPr/>
        </p:nvSpPr>
        <p:spPr>
          <a:xfrm>
            <a:off x="6030141" y="1076234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R4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93A3169-4ADC-487B-9BB0-31EDDCDBA9F0}"/>
              </a:ext>
            </a:extLst>
          </p:cNvPr>
          <p:cNvSpPr/>
          <p:nvPr/>
        </p:nvSpPr>
        <p:spPr>
          <a:xfrm>
            <a:off x="6605451" y="1076870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R5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79B6E12-860F-4260-938F-5B3B586206DD}"/>
              </a:ext>
            </a:extLst>
          </p:cNvPr>
          <p:cNvSpPr/>
          <p:nvPr/>
        </p:nvSpPr>
        <p:spPr>
          <a:xfrm>
            <a:off x="7180761" y="1076234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R6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3CF7E40-6F7C-44BD-8C41-7214A4598437}"/>
              </a:ext>
            </a:extLst>
          </p:cNvPr>
          <p:cNvSpPr/>
          <p:nvPr/>
        </p:nvSpPr>
        <p:spPr>
          <a:xfrm>
            <a:off x="7756071" y="1076234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R7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362B34C-C460-4D9F-8191-B8ECE13D82C2}"/>
              </a:ext>
            </a:extLst>
          </p:cNvPr>
          <p:cNvSpPr/>
          <p:nvPr/>
        </p:nvSpPr>
        <p:spPr>
          <a:xfrm>
            <a:off x="8331381" y="1076870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R8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9D9E6FDB-0912-47B2-9B49-C4ADAA9552F8}"/>
              </a:ext>
            </a:extLst>
          </p:cNvPr>
          <p:cNvSpPr/>
          <p:nvPr/>
        </p:nvSpPr>
        <p:spPr>
          <a:xfrm>
            <a:off x="8906691" y="1076234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R9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48C3521-B3C9-4F42-960F-3D32A34416AE}"/>
              </a:ext>
            </a:extLst>
          </p:cNvPr>
          <p:cNvSpPr/>
          <p:nvPr/>
        </p:nvSpPr>
        <p:spPr>
          <a:xfrm>
            <a:off x="9482001" y="1076234"/>
            <a:ext cx="39243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R10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3CAB5F1-33CD-4311-B3EF-1BEDC6813889}"/>
              </a:ext>
            </a:extLst>
          </p:cNvPr>
          <p:cNvSpPr/>
          <p:nvPr/>
        </p:nvSpPr>
        <p:spPr>
          <a:xfrm>
            <a:off x="10118271" y="1076234"/>
            <a:ext cx="39243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R11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9FEFA9D-0247-4291-9C1A-A8D1A24E16AA}"/>
              </a:ext>
            </a:extLst>
          </p:cNvPr>
          <p:cNvSpPr/>
          <p:nvPr/>
        </p:nvSpPr>
        <p:spPr>
          <a:xfrm>
            <a:off x="10754541" y="1076234"/>
            <a:ext cx="39243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R12</a:t>
            </a:r>
            <a:endParaRPr lang="ru-RU" sz="1000" dirty="0">
              <a:solidFill>
                <a:schemeClr val="tx1"/>
              </a:solidFill>
            </a:endParaRPr>
          </a:p>
        </p:txBody>
      </p: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5B7E713A-9DA1-4591-98E6-7934C56F9A98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799173" y="1244509"/>
            <a:ext cx="5050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DE52B62A-2FCE-42E9-BB2B-8B7E2BEF9B57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4635681" y="1244510"/>
            <a:ext cx="243840" cy="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0CA90989-2A8C-4EA0-991C-EAEF7308544F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5210991" y="1244510"/>
            <a:ext cx="243840" cy="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520AB482-7028-42F9-984D-C89119DD276C}"/>
              </a:ext>
            </a:extLst>
          </p:cNvPr>
          <p:cNvCxnSpPr>
            <a:cxnSpLocks/>
            <a:stCxn id="11" idx="3"/>
            <a:endCxn id="21" idx="1"/>
          </p:cNvCxnSpPr>
          <p:nvPr/>
        </p:nvCxnSpPr>
        <p:spPr>
          <a:xfrm>
            <a:off x="5786301" y="1244510"/>
            <a:ext cx="243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2732116A-820B-466B-A29C-5BAF3DB76709}"/>
              </a:ext>
            </a:extLst>
          </p:cNvPr>
          <p:cNvCxnSpPr>
            <a:cxnSpLocks/>
            <a:stCxn id="21" idx="3"/>
            <a:endCxn id="22" idx="1"/>
          </p:cNvCxnSpPr>
          <p:nvPr/>
        </p:nvCxnSpPr>
        <p:spPr>
          <a:xfrm>
            <a:off x="6361611" y="1244510"/>
            <a:ext cx="243840" cy="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6A85A2B4-42B1-4AE8-A7BC-B83D1A36C4E6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6936921" y="1244510"/>
            <a:ext cx="243840" cy="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6BEF155F-BC4C-4257-AD2C-6CB86FFF101E}"/>
              </a:ext>
            </a:extLst>
          </p:cNvPr>
          <p:cNvCxnSpPr>
            <a:cxnSpLocks/>
            <a:stCxn id="23" idx="3"/>
            <a:endCxn id="24" idx="1"/>
          </p:cNvCxnSpPr>
          <p:nvPr/>
        </p:nvCxnSpPr>
        <p:spPr>
          <a:xfrm>
            <a:off x="7512231" y="1244510"/>
            <a:ext cx="243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C77CEEF8-C2D5-48AA-8EC8-6778EDA4EB64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8087541" y="1244510"/>
            <a:ext cx="243840" cy="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B5F10CB9-9E32-48EC-9BFE-2DAA3333792C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 flipV="1">
            <a:off x="8662851" y="1244510"/>
            <a:ext cx="243840" cy="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E93D702B-EADF-4676-8C96-6A9A73EF8556}"/>
              </a:ext>
            </a:extLst>
          </p:cNvPr>
          <p:cNvCxnSpPr>
            <a:cxnSpLocks/>
            <a:stCxn id="26" idx="3"/>
            <a:endCxn id="27" idx="1"/>
          </p:cNvCxnSpPr>
          <p:nvPr/>
        </p:nvCxnSpPr>
        <p:spPr>
          <a:xfrm>
            <a:off x="9238161" y="1244510"/>
            <a:ext cx="243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Прямая со стрелкой 63">
            <a:extLst>
              <a:ext uri="{FF2B5EF4-FFF2-40B4-BE49-F238E27FC236}">
                <a16:creationId xmlns:a16="http://schemas.microsoft.com/office/drawing/2014/main" id="{126FEC9C-6588-4F44-8694-E9A86D65864F}"/>
              </a:ext>
            </a:extLst>
          </p:cNvPr>
          <p:cNvCxnSpPr>
            <a:cxnSpLocks/>
            <a:stCxn id="27" idx="3"/>
            <a:endCxn id="28" idx="1"/>
          </p:cNvCxnSpPr>
          <p:nvPr/>
        </p:nvCxnSpPr>
        <p:spPr>
          <a:xfrm>
            <a:off x="9874431" y="1244510"/>
            <a:ext cx="243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Прямая со стрелкой 66">
            <a:extLst>
              <a:ext uri="{FF2B5EF4-FFF2-40B4-BE49-F238E27FC236}">
                <a16:creationId xmlns:a16="http://schemas.microsoft.com/office/drawing/2014/main" id="{8ED0E63E-53C1-414A-86F8-A41C92F3B7D9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10510701" y="1244510"/>
            <a:ext cx="243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Овал 70">
            <a:extLst>
              <a:ext uri="{FF2B5EF4-FFF2-40B4-BE49-F238E27FC236}">
                <a16:creationId xmlns:a16="http://schemas.microsoft.com/office/drawing/2014/main" id="{5EA3F49C-DE47-428B-9D6B-DB625AEA416C}"/>
              </a:ext>
            </a:extLst>
          </p:cNvPr>
          <p:cNvSpPr/>
          <p:nvPr/>
        </p:nvSpPr>
        <p:spPr>
          <a:xfrm>
            <a:off x="7346328" y="2197984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AC9B6789-A067-47C3-9623-82DFE6BBF84E}"/>
              </a:ext>
            </a:extLst>
          </p:cNvPr>
          <p:cNvCxnSpPr>
            <a:cxnSpLocks/>
            <a:stCxn id="29" idx="3"/>
            <a:endCxn id="71" idx="6"/>
          </p:cNvCxnSpPr>
          <p:nvPr/>
        </p:nvCxnSpPr>
        <p:spPr>
          <a:xfrm flipH="1">
            <a:off x="7706328" y="1244510"/>
            <a:ext cx="3440643" cy="1133474"/>
          </a:xfrm>
          <a:prstGeom prst="bentConnector3">
            <a:avLst>
              <a:gd name="adj1" fmla="val -664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Соединитель: уступ 75">
            <a:extLst>
              <a:ext uri="{FF2B5EF4-FFF2-40B4-BE49-F238E27FC236}">
                <a16:creationId xmlns:a16="http://schemas.microsoft.com/office/drawing/2014/main" id="{AA49BA8C-F172-4F13-9458-37839FC72535}"/>
              </a:ext>
            </a:extLst>
          </p:cNvPr>
          <p:cNvCxnSpPr>
            <a:cxnSpLocks/>
            <a:stCxn id="24" idx="3"/>
            <a:endCxn id="71" idx="7"/>
          </p:cNvCxnSpPr>
          <p:nvPr/>
        </p:nvCxnSpPr>
        <p:spPr>
          <a:xfrm flipH="1">
            <a:off x="7653607" y="1244510"/>
            <a:ext cx="433934" cy="1006195"/>
          </a:xfrm>
          <a:prstGeom prst="bentConnector4">
            <a:avLst>
              <a:gd name="adj1" fmla="val -19902"/>
              <a:gd name="adj2" fmla="val 9360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Прямая со стрелкой 99">
            <a:extLst>
              <a:ext uri="{FF2B5EF4-FFF2-40B4-BE49-F238E27FC236}">
                <a16:creationId xmlns:a16="http://schemas.microsoft.com/office/drawing/2014/main" id="{9820A961-EE30-474B-BC7B-68AA421EAE86}"/>
              </a:ext>
            </a:extLst>
          </p:cNvPr>
          <p:cNvCxnSpPr>
            <a:cxnSpLocks/>
            <a:stCxn id="22" idx="3"/>
            <a:endCxn id="71" idx="1"/>
          </p:cNvCxnSpPr>
          <p:nvPr/>
        </p:nvCxnSpPr>
        <p:spPr>
          <a:xfrm>
            <a:off x="6936921" y="1245146"/>
            <a:ext cx="462128" cy="1005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Соединитель: уступ 101">
            <a:extLst>
              <a:ext uri="{FF2B5EF4-FFF2-40B4-BE49-F238E27FC236}">
                <a16:creationId xmlns:a16="http://schemas.microsoft.com/office/drawing/2014/main" id="{6F52D0AF-3B8D-488E-ACF9-955A23597EA5}"/>
              </a:ext>
            </a:extLst>
          </p:cNvPr>
          <p:cNvCxnSpPr>
            <a:cxnSpLocks/>
            <a:stCxn id="11" idx="3"/>
            <a:endCxn id="71" idx="2"/>
          </p:cNvCxnSpPr>
          <p:nvPr/>
        </p:nvCxnSpPr>
        <p:spPr>
          <a:xfrm>
            <a:off x="5786301" y="1244510"/>
            <a:ext cx="1560027" cy="1133474"/>
          </a:xfrm>
          <a:prstGeom prst="bentConnector3">
            <a:avLst>
              <a:gd name="adj1" fmla="val 603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Соединитель: уступ 114">
            <a:extLst>
              <a:ext uri="{FF2B5EF4-FFF2-40B4-BE49-F238E27FC236}">
                <a16:creationId xmlns:a16="http://schemas.microsoft.com/office/drawing/2014/main" id="{927527E2-5DA9-45ED-B436-BDE2F4251B5F}"/>
              </a:ext>
            </a:extLst>
          </p:cNvPr>
          <p:cNvCxnSpPr>
            <a:cxnSpLocks/>
            <a:stCxn id="71" idx="4"/>
            <a:endCxn id="5" idx="4"/>
          </p:cNvCxnSpPr>
          <p:nvPr/>
        </p:nvCxnSpPr>
        <p:spPr>
          <a:xfrm rot="5400000" flipH="1">
            <a:off x="4865361" y="-102982"/>
            <a:ext cx="1594779" cy="3727155"/>
          </a:xfrm>
          <a:prstGeom prst="bentConnector3">
            <a:avLst>
              <a:gd name="adj1" fmla="val -1433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7BEBC0A7-376B-4844-8D66-022DA4A9478D}"/>
              </a:ext>
            </a:extLst>
          </p:cNvPr>
          <p:cNvSpPr txBox="1"/>
          <p:nvPr/>
        </p:nvSpPr>
        <p:spPr>
          <a:xfrm>
            <a:off x="3149208" y="814624"/>
            <a:ext cx="600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Вход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D8F0F394-93A2-4167-8A00-A7595247D49F}"/>
              </a:ext>
            </a:extLst>
          </p:cNvPr>
          <p:cNvSpPr txBox="1"/>
          <p:nvPr/>
        </p:nvSpPr>
        <p:spPr>
          <a:xfrm>
            <a:off x="3151891" y="501901"/>
            <a:ext cx="600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I1</a:t>
            </a:r>
            <a:endParaRPr lang="ru-RU" sz="1050" dirty="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B4ACB0-654D-403B-A6BD-ACFB12146812}"/>
              </a:ext>
            </a:extLst>
          </p:cNvPr>
          <p:cNvSpPr txBox="1"/>
          <p:nvPr/>
        </p:nvSpPr>
        <p:spPr>
          <a:xfrm>
            <a:off x="3301141" y="209232"/>
            <a:ext cx="10030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50" dirty="0"/>
              <a:t>Сумматор (</a:t>
            </a:r>
            <a:r>
              <a:rPr lang="en-US" sz="1050" dirty="0"/>
              <a:t>mod 2)</a:t>
            </a:r>
            <a:endParaRPr lang="ru-RU" sz="105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32535BCD-3431-4003-9FC6-B2AF90C679BE}"/>
              </a:ext>
            </a:extLst>
          </p:cNvPr>
          <p:cNvSpPr txBox="1"/>
          <p:nvPr/>
        </p:nvSpPr>
        <p:spPr>
          <a:xfrm>
            <a:off x="4004089" y="501901"/>
            <a:ext cx="600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Z1</a:t>
            </a:r>
            <a:endParaRPr lang="ru-RU" sz="1050" dirty="0"/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2CBB5A0B-0B23-4488-AAD2-9808CABC6CE7}"/>
              </a:ext>
            </a:extLst>
          </p:cNvPr>
          <p:cNvSpPr txBox="1"/>
          <p:nvPr/>
        </p:nvSpPr>
        <p:spPr>
          <a:xfrm>
            <a:off x="7550165" y="2464752"/>
            <a:ext cx="10030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50" dirty="0"/>
              <a:t>Сумматор (</a:t>
            </a:r>
            <a:r>
              <a:rPr lang="en-US" sz="1050" dirty="0"/>
              <a:t>mod 2)</a:t>
            </a:r>
            <a:endParaRPr lang="ru-RU" sz="1050" dirty="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837AFCC-6952-4B57-8AFF-CC704DDF2CCE}"/>
              </a:ext>
            </a:extLst>
          </p:cNvPr>
          <p:cNvSpPr txBox="1"/>
          <p:nvPr/>
        </p:nvSpPr>
        <p:spPr>
          <a:xfrm>
            <a:off x="6936921" y="2514199"/>
            <a:ext cx="600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Y1</a:t>
            </a:r>
            <a:endParaRPr lang="ru-RU" sz="1050" dirty="0"/>
          </a:p>
        </p:txBody>
      </p:sp>
      <p:sp>
        <p:nvSpPr>
          <p:cNvPr id="44" name="Овал 43">
            <a:extLst>
              <a:ext uri="{FF2B5EF4-FFF2-40B4-BE49-F238E27FC236}">
                <a16:creationId xmlns:a16="http://schemas.microsoft.com/office/drawing/2014/main" id="{67610CC6-391D-4125-9AF0-C49757F23187}"/>
              </a:ext>
            </a:extLst>
          </p:cNvPr>
          <p:cNvSpPr/>
          <p:nvPr/>
        </p:nvSpPr>
        <p:spPr>
          <a:xfrm>
            <a:off x="3619173" y="4110055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B4A56DEE-EC6A-44DC-A55B-1F7928C1125C}"/>
              </a:ext>
            </a:extLst>
          </p:cNvPr>
          <p:cNvCxnSpPr>
            <a:cxnSpLocks/>
            <a:stCxn id="44" idx="2"/>
          </p:cNvCxnSpPr>
          <p:nvPr/>
        </p:nvCxnSpPr>
        <p:spPr>
          <a:xfrm flipH="1">
            <a:off x="3091543" y="4290055"/>
            <a:ext cx="52763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E0FE9B86-B590-437D-B4A3-1C3A4D70F740}"/>
              </a:ext>
            </a:extLst>
          </p:cNvPr>
          <p:cNvSpPr/>
          <p:nvPr/>
        </p:nvSpPr>
        <p:spPr>
          <a:xfrm>
            <a:off x="4304211" y="4583084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R1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3A50749C-2786-4A03-ACFC-8A7DC6353A29}"/>
              </a:ext>
            </a:extLst>
          </p:cNvPr>
          <p:cNvSpPr/>
          <p:nvPr/>
        </p:nvSpPr>
        <p:spPr>
          <a:xfrm>
            <a:off x="4879521" y="4583720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R2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EA3C7B88-6FFC-4FF8-9FD2-8E93AE092CA4}"/>
              </a:ext>
            </a:extLst>
          </p:cNvPr>
          <p:cNvSpPr/>
          <p:nvPr/>
        </p:nvSpPr>
        <p:spPr>
          <a:xfrm>
            <a:off x="5454831" y="4583084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R3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F11DBB5B-14A3-4667-BA37-6C6DFCCC98E3}"/>
              </a:ext>
            </a:extLst>
          </p:cNvPr>
          <p:cNvSpPr/>
          <p:nvPr/>
        </p:nvSpPr>
        <p:spPr>
          <a:xfrm>
            <a:off x="6030141" y="4583084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R4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736D62EB-BC2F-46C5-AE76-618AFB005ADE}"/>
              </a:ext>
            </a:extLst>
          </p:cNvPr>
          <p:cNvSpPr/>
          <p:nvPr/>
        </p:nvSpPr>
        <p:spPr>
          <a:xfrm>
            <a:off x="6605451" y="4583720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R5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FE2A7730-0BC9-4E86-B3FE-8CF2F5DAC3C6}"/>
              </a:ext>
            </a:extLst>
          </p:cNvPr>
          <p:cNvSpPr/>
          <p:nvPr/>
        </p:nvSpPr>
        <p:spPr>
          <a:xfrm>
            <a:off x="7180761" y="4583084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R6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0705C6AE-26AC-4CE0-A3AF-3FE9919DB94B}"/>
              </a:ext>
            </a:extLst>
          </p:cNvPr>
          <p:cNvSpPr/>
          <p:nvPr/>
        </p:nvSpPr>
        <p:spPr>
          <a:xfrm>
            <a:off x="7756071" y="4583084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R7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967D20E1-0884-4E84-8433-C50AEF2EC617}"/>
              </a:ext>
            </a:extLst>
          </p:cNvPr>
          <p:cNvSpPr/>
          <p:nvPr/>
        </p:nvSpPr>
        <p:spPr>
          <a:xfrm>
            <a:off x="8331381" y="4583720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R8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C40DB980-EE1A-4A7F-93AE-6C65C56CC4C0}"/>
              </a:ext>
            </a:extLst>
          </p:cNvPr>
          <p:cNvSpPr/>
          <p:nvPr/>
        </p:nvSpPr>
        <p:spPr>
          <a:xfrm>
            <a:off x="8906691" y="4583084"/>
            <a:ext cx="33147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R9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D82E3011-389E-43EC-97E9-290901114B45}"/>
              </a:ext>
            </a:extLst>
          </p:cNvPr>
          <p:cNvSpPr/>
          <p:nvPr/>
        </p:nvSpPr>
        <p:spPr>
          <a:xfrm>
            <a:off x="9482001" y="4583084"/>
            <a:ext cx="39243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R10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DC31176C-9989-40EF-94E6-617C21CDA2C0}"/>
              </a:ext>
            </a:extLst>
          </p:cNvPr>
          <p:cNvSpPr/>
          <p:nvPr/>
        </p:nvSpPr>
        <p:spPr>
          <a:xfrm>
            <a:off x="10118271" y="4583084"/>
            <a:ext cx="39243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R11</a:t>
            </a:r>
            <a:endParaRPr lang="ru-RU" sz="1000" dirty="0">
              <a:solidFill>
                <a:schemeClr val="tx1"/>
              </a:solidFill>
            </a:endParaRPr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2FE30BC1-4A87-4786-A1AA-5A4683A5264A}"/>
              </a:ext>
            </a:extLst>
          </p:cNvPr>
          <p:cNvSpPr/>
          <p:nvPr/>
        </p:nvSpPr>
        <p:spPr>
          <a:xfrm>
            <a:off x="10754541" y="4583084"/>
            <a:ext cx="392430" cy="336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R12</a:t>
            </a:r>
            <a:endParaRPr lang="ru-RU" sz="1000" dirty="0">
              <a:solidFill>
                <a:schemeClr val="tx1"/>
              </a:solidFill>
            </a:endParaRPr>
          </a:p>
        </p:txBody>
      </p:sp>
      <p:cxnSp>
        <p:nvCxnSpPr>
          <p:cNvPr id="66" name="Прямая со стрелкой 65">
            <a:extLst>
              <a:ext uri="{FF2B5EF4-FFF2-40B4-BE49-F238E27FC236}">
                <a16:creationId xmlns:a16="http://schemas.microsoft.com/office/drawing/2014/main" id="{A9B8A7C5-71C5-41B5-BF5D-4DACCC02382F}"/>
              </a:ext>
            </a:extLst>
          </p:cNvPr>
          <p:cNvCxnSpPr>
            <a:cxnSpLocks/>
            <a:endCxn id="47" idx="1"/>
          </p:cNvCxnSpPr>
          <p:nvPr/>
        </p:nvCxnSpPr>
        <p:spPr>
          <a:xfrm>
            <a:off x="3799173" y="4751359"/>
            <a:ext cx="50503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 стрелкой 67">
            <a:extLst>
              <a:ext uri="{FF2B5EF4-FFF2-40B4-BE49-F238E27FC236}">
                <a16:creationId xmlns:a16="http://schemas.microsoft.com/office/drawing/2014/main" id="{EB0CC89A-28DF-4554-893E-28C9FCF82DFB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>
            <a:off x="4635681" y="4751360"/>
            <a:ext cx="243840" cy="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Прямая со стрелкой 68">
            <a:extLst>
              <a:ext uri="{FF2B5EF4-FFF2-40B4-BE49-F238E27FC236}">
                <a16:creationId xmlns:a16="http://schemas.microsoft.com/office/drawing/2014/main" id="{A8BDF7C4-EC1F-4E83-A9ED-5D07313F7290}"/>
              </a:ext>
            </a:extLst>
          </p:cNvPr>
          <p:cNvCxnSpPr>
            <a:cxnSpLocks/>
            <a:stCxn id="48" idx="3"/>
            <a:endCxn id="50" idx="1"/>
          </p:cNvCxnSpPr>
          <p:nvPr/>
        </p:nvCxnSpPr>
        <p:spPr>
          <a:xfrm flipV="1">
            <a:off x="5210991" y="4751360"/>
            <a:ext cx="243840" cy="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 стрелкой 69">
            <a:extLst>
              <a:ext uri="{FF2B5EF4-FFF2-40B4-BE49-F238E27FC236}">
                <a16:creationId xmlns:a16="http://schemas.microsoft.com/office/drawing/2014/main" id="{0C102C99-F71C-4008-8279-56527BC6403A}"/>
              </a:ext>
            </a:extLst>
          </p:cNvPr>
          <p:cNvCxnSpPr>
            <a:cxnSpLocks/>
            <a:stCxn id="50" idx="3"/>
            <a:endCxn id="51" idx="1"/>
          </p:cNvCxnSpPr>
          <p:nvPr/>
        </p:nvCxnSpPr>
        <p:spPr>
          <a:xfrm>
            <a:off x="5786301" y="4751360"/>
            <a:ext cx="243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Прямая со стрелкой 71">
            <a:extLst>
              <a:ext uri="{FF2B5EF4-FFF2-40B4-BE49-F238E27FC236}">
                <a16:creationId xmlns:a16="http://schemas.microsoft.com/office/drawing/2014/main" id="{9C7CE064-87CC-4E47-B26E-D5015DD9DED3}"/>
              </a:ext>
            </a:extLst>
          </p:cNvPr>
          <p:cNvCxnSpPr>
            <a:cxnSpLocks/>
            <a:stCxn id="51" idx="3"/>
            <a:endCxn id="53" idx="1"/>
          </p:cNvCxnSpPr>
          <p:nvPr/>
        </p:nvCxnSpPr>
        <p:spPr>
          <a:xfrm>
            <a:off x="6361611" y="4751360"/>
            <a:ext cx="243840" cy="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Прямая со стрелкой 73">
            <a:extLst>
              <a:ext uri="{FF2B5EF4-FFF2-40B4-BE49-F238E27FC236}">
                <a16:creationId xmlns:a16="http://schemas.microsoft.com/office/drawing/2014/main" id="{2B5D6EF8-852D-4AA7-9CCC-56F1104AB5BA}"/>
              </a:ext>
            </a:extLst>
          </p:cNvPr>
          <p:cNvCxnSpPr>
            <a:cxnSpLocks/>
            <a:stCxn id="53" idx="3"/>
            <a:endCxn id="54" idx="1"/>
          </p:cNvCxnSpPr>
          <p:nvPr/>
        </p:nvCxnSpPr>
        <p:spPr>
          <a:xfrm flipV="1">
            <a:off x="6936921" y="4751360"/>
            <a:ext cx="243840" cy="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Прямая со стрелкой 74">
            <a:extLst>
              <a:ext uri="{FF2B5EF4-FFF2-40B4-BE49-F238E27FC236}">
                <a16:creationId xmlns:a16="http://schemas.microsoft.com/office/drawing/2014/main" id="{915192D9-FDEC-4DC0-9A6E-0CED1246A6D1}"/>
              </a:ext>
            </a:extLst>
          </p:cNvPr>
          <p:cNvCxnSpPr>
            <a:cxnSpLocks/>
            <a:stCxn id="54" idx="3"/>
            <a:endCxn id="56" idx="1"/>
          </p:cNvCxnSpPr>
          <p:nvPr/>
        </p:nvCxnSpPr>
        <p:spPr>
          <a:xfrm>
            <a:off x="7512231" y="4751360"/>
            <a:ext cx="243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 стрелкой 76">
            <a:extLst>
              <a:ext uri="{FF2B5EF4-FFF2-40B4-BE49-F238E27FC236}">
                <a16:creationId xmlns:a16="http://schemas.microsoft.com/office/drawing/2014/main" id="{F90A8A03-8933-4768-8DD0-5A3EBA96AAA9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8087541" y="4751360"/>
            <a:ext cx="243840" cy="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Прямая со стрелкой 77">
            <a:extLst>
              <a:ext uri="{FF2B5EF4-FFF2-40B4-BE49-F238E27FC236}">
                <a16:creationId xmlns:a16="http://schemas.microsoft.com/office/drawing/2014/main" id="{7682DDF3-EEB2-449B-81A6-05A0E6A591D0}"/>
              </a:ext>
            </a:extLst>
          </p:cNvPr>
          <p:cNvCxnSpPr>
            <a:cxnSpLocks/>
            <a:stCxn id="57" idx="3"/>
            <a:endCxn id="59" idx="1"/>
          </p:cNvCxnSpPr>
          <p:nvPr/>
        </p:nvCxnSpPr>
        <p:spPr>
          <a:xfrm flipV="1">
            <a:off x="8662851" y="4751360"/>
            <a:ext cx="243840" cy="63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 стрелкой 78">
            <a:extLst>
              <a:ext uri="{FF2B5EF4-FFF2-40B4-BE49-F238E27FC236}">
                <a16:creationId xmlns:a16="http://schemas.microsoft.com/office/drawing/2014/main" id="{042C7C3B-BBAE-449D-9EB1-906C63A5452E}"/>
              </a:ext>
            </a:extLst>
          </p:cNvPr>
          <p:cNvCxnSpPr>
            <a:cxnSpLocks/>
            <a:stCxn id="59" idx="3"/>
            <a:endCxn id="60" idx="1"/>
          </p:cNvCxnSpPr>
          <p:nvPr/>
        </p:nvCxnSpPr>
        <p:spPr>
          <a:xfrm>
            <a:off x="9238161" y="4751360"/>
            <a:ext cx="243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 стрелкой 79">
            <a:extLst>
              <a:ext uri="{FF2B5EF4-FFF2-40B4-BE49-F238E27FC236}">
                <a16:creationId xmlns:a16="http://schemas.microsoft.com/office/drawing/2014/main" id="{20BEC5FA-E41C-4E50-8CD9-D148DCAE8B94}"/>
              </a:ext>
            </a:extLst>
          </p:cNvPr>
          <p:cNvCxnSpPr>
            <a:cxnSpLocks/>
            <a:stCxn id="60" idx="3"/>
            <a:endCxn id="62" idx="1"/>
          </p:cNvCxnSpPr>
          <p:nvPr/>
        </p:nvCxnSpPr>
        <p:spPr>
          <a:xfrm>
            <a:off x="9874431" y="4751360"/>
            <a:ext cx="243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Прямая со стрелкой 80">
            <a:extLst>
              <a:ext uri="{FF2B5EF4-FFF2-40B4-BE49-F238E27FC236}">
                <a16:creationId xmlns:a16="http://schemas.microsoft.com/office/drawing/2014/main" id="{32F9EA1F-08AF-4434-AFBF-A8B2256B537D}"/>
              </a:ext>
            </a:extLst>
          </p:cNvPr>
          <p:cNvCxnSpPr>
            <a:cxnSpLocks/>
            <a:stCxn id="62" idx="3"/>
            <a:endCxn id="63" idx="1"/>
          </p:cNvCxnSpPr>
          <p:nvPr/>
        </p:nvCxnSpPr>
        <p:spPr>
          <a:xfrm>
            <a:off x="10510701" y="4751360"/>
            <a:ext cx="243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Овал 81">
            <a:extLst>
              <a:ext uri="{FF2B5EF4-FFF2-40B4-BE49-F238E27FC236}">
                <a16:creationId xmlns:a16="http://schemas.microsoft.com/office/drawing/2014/main" id="{B72DFFEC-0B25-4B4B-9903-1A49B28E8DC5}"/>
              </a:ext>
            </a:extLst>
          </p:cNvPr>
          <p:cNvSpPr/>
          <p:nvPr/>
        </p:nvSpPr>
        <p:spPr>
          <a:xfrm>
            <a:off x="7346328" y="5704834"/>
            <a:ext cx="360000" cy="360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+</a:t>
            </a:r>
            <a:endParaRPr lang="ru-RU" dirty="0">
              <a:solidFill>
                <a:schemeClr val="tx1"/>
              </a:solidFill>
            </a:endParaRPr>
          </a:p>
        </p:txBody>
      </p:sp>
      <p:cxnSp>
        <p:nvCxnSpPr>
          <p:cNvPr id="83" name="Соединитель: уступ 82">
            <a:extLst>
              <a:ext uri="{FF2B5EF4-FFF2-40B4-BE49-F238E27FC236}">
                <a16:creationId xmlns:a16="http://schemas.microsoft.com/office/drawing/2014/main" id="{7925CC00-2332-44FD-8DC2-55410E1059CF}"/>
              </a:ext>
            </a:extLst>
          </p:cNvPr>
          <p:cNvCxnSpPr>
            <a:cxnSpLocks/>
            <a:stCxn id="63" idx="3"/>
            <a:endCxn id="82" idx="6"/>
          </p:cNvCxnSpPr>
          <p:nvPr/>
        </p:nvCxnSpPr>
        <p:spPr>
          <a:xfrm flipH="1">
            <a:off x="7706328" y="4751360"/>
            <a:ext cx="3440643" cy="1133474"/>
          </a:xfrm>
          <a:prstGeom prst="bentConnector3">
            <a:avLst>
              <a:gd name="adj1" fmla="val -664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Соединитель: уступ 83">
            <a:extLst>
              <a:ext uri="{FF2B5EF4-FFF2-40B4-BE49-F238E27FC236}">
                <a16:creationId xmlns:a16="http://schemas.microsoft.com/office/drawing/2014/main" id="{39B6E48F-8F36-4391-8B19-F1B275CB8784}"/>
              </a:ext>
            </a:extLst>
          </p:cNvPr>
          <p:cNvCxnSpPr>
            <a:cxnSpLocks/>
            <a:stCxn id="56" idx="3"/>
            <a:endCxn id="82" idx="7"/>
          </p:cNvCxnSpPr>
          <p:nvPr/>
        </p:nvCxnSpPr>
        <p:spPr>
          <a:xfrm flipH="1">
            <a:off x="7653607" y="4751360"/>
            <a:ext cx="433934" cy="1006195"/>
          </a:xfrm>
          <a:prstGeom prst="bentConnector4">
            <a:avLst>
              <a:gd name="adj1" fmla="val -19902"/>
              <a:gd name="adj2" fmla="val 9360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Прямая со стрелкой 84">
            <a:extLst>
              <a:ext uri="{FF2B5EF4-FFF2-40B4-BE49-F238E27FC236}">
                <a16:creationId xmlns:a16="http://schemas.microsoft.com/office/drawing/2014/main" id="{2DC5A0BC-964E-48FA-AAAF-6BF1846CF228}"/>
              </a:ext>
            </a:extLst>
          </p:cNvPr>
          <p:cNvCxnSpPr>
            <a:cxnSpLocks/>
            <a:stCxn id="53" idx="3"/>
            <a:endCxn id="82" idx="1"/>
          </p:cNvCxnSpPr>
          <p:nvPr/>
        </p:nvCxnSpPr>
        <p:spPr>
          <a:xfrm>
            <a:off x="6936921" y="4751996"/>
            <a:ext cx="462128" cy="10055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Соединитель: уступ 85">
            <a:extLst>
              <a:ext uri="{FF2B5EF4-FFF2-40B4-BE49-F238E27FC236}">
                <a16:creationId xmlns:a16="http://schemas.microsoft.com/office/drawing/2014/main" id="{05689EC4-AB67-48F6-AD95-1C3353D53B0F}"/>
              </a:ext>
            </a:extLst>
          </p:cNvPr>
          <p:cNvCxnSpPr>
            <a:cxnSpLocks/>
            <a:stCxn id="50" idx="3"/>
            <a:endCxn id="82" idx="2"/>
          </p:cNvCxnSpPr>
          <p:nvPr/>
        </p:nvCxnSpPr>
        <p:spPr>
          <a:xfrm>
            <a:off x="5786301" y="4751360"/>
            <a:ext cx="1560027" cy="1133474"/>
          </a:xfrm>
          <a:prstGeom prst="bentConnector3">
            <a:avLst>
              <a:gd name="adj1" fmla="val 603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Соединитель: уступ 86">
            <a:extLst>
              <a:ext uri="{FF2B5EF4-FFF2-40B4-BE49-F238E27FC236}">
                <a16:creationId xmlns:a16="http://schemas.microsoft.com/office/drawing/2014/main" id="{2D016387-0A2E-440B-A948-A2A16697AECC}"/>
              </a:ext>
            </a:extLst>
          </p:cNvPr>
          <p:cNvCxnSpPr>
            <a:cxnSpLocks/>
            <a:stCxn id="82" idx="4"/>
            <a:endCxn id="44" idx="4"/>
          </p:cNvCxnSpPr>
          <p:nvPr/>
        </p:nvCxnSpPr>
        <p:spPr>
          <a:xfrm rot="5400000" flipH="1">
            <a:off x="4865361" y="3403868"/>
            <a:ext cx="1594779" cy="3727155"/>
          </a:xfrm>
          <a:prstGeom prst="bentConnector3">
            <a:avLst>
              <a:gd name="adj1" fmla="val -1433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520EDD0D-22BD-47B8-83EA-CAAD96A0095D}"/>
              </a:ext>
            </a:extLst>
          </p:cNvPr>
          <p:cNvSpPr txBox="1"/>
          <p:nvPr/>
        </p:nvSpPr>
        <p:spPr>
          <a:xfrm>
            <a:off x="3149208" y="4321474"/>
            <a:ext cx="600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/>
              <a:t>Вход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D8EF910-FAFF-4714-9170-D291BCE0B5E3}"/>
              </a:ext>
            </a:extLst>
          </p:cNvPr>
          <p:cNvSpPr txBox="1"/>
          <p:nvPr/>
        </p:nvSpPr>
        <p:spPr>
          <a:xfrm>
            <a:off x="3151891" y="4008751"/>
            <a:ext cx="600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I2</a:t>
            </a:r>
            <a:endParaRPr lang="ru-RU" sz="105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1F057B4-EDEC-4069-8D3F-59302AA5853D}"/>
              </a:ext>
            </a:extLst>
          </p:cNvPr>
          <p:cNvSpPr txBox="1"/>
          <p:nvPr/>
        </p:nvSpPr>
        <p:spPr>
          <a:xfrm>
            <a:off x="3301141" y="3716082"/>
            <a:ext cx="10030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50" dirty="0"/>
              <a:t>Сумматор (</a:t>
            </a:r>
            <a:r>
              <a:rPr lang="en-US" sz="1050" dirty="0"/>
              <a:t>mod 2)</a:t>
            </a:r>
            <a:endParaRPr lang="ru-RU" sz="105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E389468-17FB-457E-9AEB-FCD65B865C4A}"/>
              </a:ext>
            </a:extLst>
          </p:cNvPr>
          <p:cNvSpPr txBox="1"/>
          <p:nvPr/>
        </p:nvSpPr>
        <p:spPr>
          <a:xfrm>
            <a:off x="4004089" y="4008751"/>
            <a:ext cx="600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Z2</a:t>
            </a:r>
            <a:endParaRPr lang="ru-RU" sz="105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726CB00-B818-4BF6-B58E-68307E2502B6}"/>
              </a:ext>
            </a:extLst>
          </p:cNvPr>
          <p:cNvSpPr txBox="1"/>
          <p:nvPr/>
        </p:nvSpPr>
        <p:spPr>
          <a:xfrm>
            <a:off x="7550165" y="5971602"/>
            <a:ext cx="100307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50" dirty="0"/>
              <a:t>Сумматор (</a:t>
            </a:r>
            <a:r>
              <a:rPr lang="en-US" sz="1050" dirty="0"/>
              <a:t>mod 2)</a:t>
            </a:r>
            <a:endParaRPr lang="ru-RU" sz="1050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6C272D1-1135-451F-B4B7-FCED6B0502BE}"/>
              </a:ext>
            </a:extLst>
          </p:cNvPr>
          <p:cNvSpPr txBox="1"/>
          <p:nvPr/>
        </p:nvSpPr>
        <p:spPr>
          <a:xfrm>
            <a:off x="6936921" y="6021049"/>
            <a:ext cx="6002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Y2</a:t>
            </a:r>
            <a:endParaRPr lang="ru-RU" sz="1050" dirty="0"/>
          </a:p>
        </p:txBody>
      </p:sp>
      <p:cxnSp>
        <p:nvCxnSpPr>
          <p:cNvPr id="12" name="Соединитель: уступ 11">
            <a:extLst>
              <a:ext uri="{FF2B5EF4-FFF2-40B4-BE49-F238E27FC236}">
                <a16:creationId xmlns:a16="http://schemas.microsoft.com/office/drawing/2014/main" id="{5835E6DA-95E8-4BFC-8B81-F0577F07C769}"/>
              </a:ext>
            </a:extLst>
          </p:cNvPr>
          <p:cNvCxnSpPr>
            <a:cxnSpLocks/>
            <a:stCxn id="5" idx="6"/>
            <a:endCxn id="44" idx="6"/>
          </p:cNvCxnSpPr>
          <p:nvPr/>
        </p:nvCxnSpPr>
        <p:spPr>
          <a:xfrm>
            <a:off x="3979173" y="783205"/>
            <a:ext cx="12700" cy="3506850"/>
          </a:xfrm>
          <a:prstGeom prst="bentConnector3">
            <a:avLst>
              <a:gd name="adj1" fmla="val 60828575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A09918E-C372-463A-A61F-990F0832C0BB}"/>
              </a:ext>
            </a:extLst>
          </p:cNvPr>
          <p:cNvSpPr/>
          <p:nvPr/>
        </p:nvSpPr>
        <p:spPr>
          <a:xfrm>
            <a:off x="2815771" y="87086"/>
            <a:ext cx="9267372" cy="30161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4" name="Прямоугольник 93">
            <a:extLst>
              <a:ext uri="{FF2B5EF4-FFF2-40B4-BE49-F238E27FC236}">
                <a16:creationId xmlns:a16="http://schemas.microsoft.com/office/drawing/2014/main" id="{2EA8CAB8-21DD-4161-BC46-B53658F9DADD}"/>
              </a:ext>
            </a:extLst>
          </p:cNvPr>
          <p:cNvSpPr/>
          <p:nvPr/>
        </p:nvSpPr>
        <p:spPr>
          <a:xfrm>
            <a:off x="2815771" y="3635872"/>
            <a:ext cx="9267372" cy="3016139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C69C906-C2CC-4A91-BF07-69EFA0712E89}"/>
              </a:ext>
            </a:extLst>
          </p:cNvPr>
          <p:cNvSpPr txBox="1"/>
          <p:nvPr/>
        </p:nvSpPr>
        <p:spPr>
          <a:xfrm>
            <a:off x="8354755" y="3177371"/>
            <a:ext cx="171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Канал Связи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1D79046-AB2A-4804-AA5F-1B2729A551A4}"/>
              </a:ext>
            </a:extLst>
          </p:cNvPr>
          <p:cNvSpPr txBox="1"/>
          <p:nvPr/>
        </p:nvSpPr>
        <p:spPr>
          <a:xfrm>
            <a:off x="6694714" y="291035"/>
            <a:ext cx="171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Скремблер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71D1F61-CF07-4C60-BC88-58458F0D8B65}"/>
              </a:ext>
            </a:extLst>
          </p:cNvPr>
          <p:cNvSpPr txBox="1"/>
          <p:nvPr/>
        </p:nvSpPr>
        <p:spPr>
          <a:xfrm>
            <a:off x="6670877" y="3867739"/>
            <a:ext cx="171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err="1"/>
              <a:t>Дескремблер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84051814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88</Words>
  <Application>Microsoft Office PowerPoint</Application>
  <PresentationFormat>Широкоэкранный</PresentationFormat>
  <Paragraphs>63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Gleb Broydo</dc:creator>
  <cp:lastModifiedBy>Gleb Broydo</cp:lastModifiedBy>
  <cp:revision>9</cp:revision>
  <dcterms:created xsi:type="dcterms:W3CDTF">2026-05-10T14:03:43Z</dcterms:created>
  <dcterms:modified xsi:type="dcterms:W3CDTF">2026-05-10T15:41:12Z</dcterms:modified>
</cp:coreProperties>
</file>